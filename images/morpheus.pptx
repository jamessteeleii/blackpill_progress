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7997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30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767462"/>
            <a:ext cx="9179799" cy="375991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5672376"/>
            <a:ext cx="8099822" cy="260744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06C6-0DC5-405D-A70F-22318F67A8EE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A01D-12F9-4207-8B21-490D8C66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830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06C6-0DC5-405D-A70F-22318F67A8EE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A01D-12F9-4207-8B21-490D8C66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074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692444"/>
            <a:ext cx="9314796" cy="4492401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7227345"/>
            <a:ext cx="9314796" cy="2362447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06C6-0DC5-405D-A70F-22318F67A8EE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A01D-12F9-4207-8B21-490D8C66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424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874937"/>
            <a:ext cx="4589899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874937"/>
            <a:ext cx="4589899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06C6-0DC5-405D-A70F-22318F67A8EE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A01D-12F9-4207-8B21-490D8C66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510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74990"/>
            <a:ext cx="9314796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647443"/>
            <a:ext cx="4568805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3944914"/>
            <a:ext cx="4568805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647443"/>
            <a:ext cx="4591306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3944914"/>
            <a:ext cx="459130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06C6-0DC5-405D-A70F-22318F67A8EE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A01D-12F9-4207-8B21-490D8C66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998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06C6-0DC5-405D-A70F-22318F67A8EE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A01D-12F9-4207-8B21-490D8C66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5305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06C6-0DC5-405D-A70F-22318F67A8EE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A01D-12F9-4207-8B21-490D8C66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492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554968"/>
            <a:ext cx="5467380" cy="7674832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06C6-0DC5-405D-A70F-22318F67A8EE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A01D-12F9-4207-8B21-490D8C66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94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554968"/>
            <a:ext cx="5467380" cy="7674832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06C6-0DC5-405D-A70F-22318F67A8EE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A01D-12F9-4207-8B21-490D8C66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05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06C6-0DC5-405D-A70F-22318F67A8EE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A01D-12F9-4207-8B21-490D8C66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957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574987"/>
            <a:ext cx="2328699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574987"/>
            <a:ext cx="6851100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06C6-0DC5-405D-A70F-22318F67A8EE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A01D-12F9-4207-8B21-490D8C66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754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574990"/>
            <a:ext cx="9314796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874937"/>
            <a:ext cx="9314796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1306C6-0DC5-405D-A70F-22318F67A8EE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0009783"/>
            <a:ext cx="364492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28A01D-12F9-4207-8B21-490D8C665C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912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rpheus matrix blue pill red pill Meme Generator">
            <a:extLst>
              <a:ext uri="{FF2B5EF4-FFF2-40B4-BE49-F238E27FC236}">
                <a16:creationId xmlns:a16="http://schemas.microsoft.com/office/drawing/2014/main" id="{F5842ADF-DAAC-2A18-7E07-76247FAA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0799763" cy="8556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3F37D3CA-B8F8-B718-9233-B09F130ED4C1}"/>
              </a:ext>
            </a:extLst>
          </p:cNvPr>
          <p:cNvSpPr/>
          <p:nvPr/>
        </p:nvSpPr>
        <p:spPr>
          <a:xfrm rot="19267239">
            <a:off x="2241755" y="6469627"/>
            <a:ext cx="629264" cy="35396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Truth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E7A446-4A8D-A0FC-D62F-2A04CDD88B1C}"/>
              </a:ext>
            </a:extLst>
          </p:cNvPr>
          <p:cNvSpPr/>
          <p:nvPr/>
        </p:nvSpPr>
        <p:spPr>
          <a:xfrm rot="2603629">
            <a:off x="7816473" y="6460133"/>
            <a:ext cx="629264" cy="3539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dirty="0"/>
              <a:t>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558417-46E0-B1A5-5AB7-E57D764139BC}"/>
              </a:ext>
            </a:extLst>
          </p:cNvPr>
          <p:cNvSpPr/>
          <p:nvPr/>
        </p:nvSpPr>
        <p:spPr>
          <a:xfrm>
            <a:off x="0" y="8170606"/>
            <a:ext cx="10799762" cy="262915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Impact" panose="020B0806030902050204" pitchFamily="34" charset="0"/>
              </a:rPr>
              <a:t>This is your last chance. After this, there is no turning back. </a:t>
            </a:r>
          </a:p>
          <a:p>
            <a:pPr algn="ctr"/>
            <a:r>
              <a:rPr lang="en-GB" sz="2400" dirty="0">
                <a:latin typeface="Impact" panose="020B0806030902050204" pitchFamily="34" charset="0"/>
              </a:rPr>
              <a:t>You take the white pill - the story ends, you wake up in your bed and believe whatever you want to believe. </a:t>
            </a:r>
          </a:p>
          <a:p>
            <a:pPr algn="ctr"/>
            <a:r>
              <a:rPr lang="en-GB" sz="2400" dirty="0">
                <a:latin typeface="Impact" panose="020B0806030902050204" pitchFamily="34" charset="0"/>
              </a:rPr>
              <a:t>You take the black pill - you stay in Wonderland and I show you how deep the rabbit hole goes.</a:t>
            </a:r>
          </a:p>
          <a:p>
            <a:pPr algn="ctr"/>
            <a:endParaRPr lang="en-GB" sz="2400" dirty="0">
              <a:latin typeface="Impact" panose="020B0806030902050204" pitchFamily="34" charset="0"/>
            </a:endParaRPr>
          </a:p>
          <a:p>
            <a:pPr algn="ctr"/>
            <a:r>
              <a:rPr lang="en-GB" sz="2400" dirty="0">
                <a:latin typeface="Impact" panose="020B0806030902050204" pitchFamily="34" charset="0"/>
              </a:rPr>
              <a:t>Remember... all I'm offering is the truth. Nothing more.</a:t>
            </a:r>
          </a:p>
        </p:txBody>
      </p:sp>
    </p:spTree>
    <p:extLst>
      <p:ext uri="{BB962C8B-B14F-4D97-AF65-F5344CB8AC3E}">
        <p14:creationId xmlns:p14="http://schemas.microsoft.com/office/powerpoint/2010/main" val="2597369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74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Impact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Steele</dc:creator>
  <cp:lastModifiedBy>James Steele</cp:lastModifiedBy>
  <cp:revision>2</cp:revision>
  <dcterms:created xsi:type="dcterms:W3CDTF">2025-12-12T10:34:48Z</dcterms:created>
  <dcterms:modified xsi:type="dcterms:W3CDTF">2025-12-12T10:53:10Z</dcterms:modified>
</cp:coreProperties>
</file>